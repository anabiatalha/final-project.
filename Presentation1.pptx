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49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84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0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02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86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0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9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73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07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07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35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57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99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9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76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719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73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C8762D8-DD0D-4303-92D0-DDECA11F56A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EBF60CA-F425-4340-B0E7-87FEC441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896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92BFE3-A779-404F-A626-DEC80D103F17}"/>
              </a:ext>
            </a:extLst>
          </p:cNvPr>
          <p:cNvSpPr/>
          <p:nvPr/>
        </p:nvSpPr>
        <p:spPr>
          <a:xfrm>
            <a:off x="1287262" y="1330710"/>
            <a:ext cx="6507331" cy="1546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Slide 1 – Title Slide</a:t>
            </a:r>
          </a:p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Bano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Qabil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Skills for a Better Future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by: M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Shehram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Talha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Alkhidmat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Foundation – Sahiwal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346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EE0DE0-2EAF-430F-9100-9A5A9CF8BB4C}"/>
              </a:ext>
            </a:extLst>
          </p:cNvPr>
          <p:cNvSpPr/>
          <p:nvPr/>
        </p:nvSpPr>
        <p:spPr>
          <a:xfrm>
            <a:off x="1139301" y="1375853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Slide 2 – Introduction to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Bano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Qabil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youth empowerment initiative by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Alkhidmat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Foundation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Provides free IT and professional courses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Focused on skill development and career building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122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51E7A1-DA17-41B7-92AB-ED3D28970233}"/>
              </a:ext>
            </a:extLst>
          </p:cNvPr>
          <p:cNvSpPr/>
          <p:nvPr/>
        </p:nvSpPr>
        <p:spPr>
          <a:xfrm>
            <a:off x="1343488" y="132139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Slide 3 – Importance of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Bano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Qabil</a:t>
            </a:r>
            <a:endParaRPr lang="en-US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Reduces unemployment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Creates freelancing and job opportunities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Equips youth with modern digital skills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Promotes self-reliance and entrepreneurship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161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7104BA-41C9-49A1-A266-B19B65797E49}"/>
              </a:ext>
            </a:extLst>
          </p:cNvPr>
          <p:cNvSpPr/>
          <p:nvPr/>
        </p:nvSpPr>
        <p:spPr>
          <a:xfrm>
            <a:off x="1290221" y="1254495"/>
            <a:ext cx="6096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Slide 4 – Courses Offered</a:t>
            </a:r>
            <a:endParaRPr lang="en-US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Essentials of Computing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Graphic Designing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Digital Marketing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Web Development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Amazon VA / eCommerce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Freelancing Skills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(Adjust according to your center)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879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62786C-76A9-480F-9428-6A3CE615FBCF}"/>
              </a:ext>
            </a:extLst>
          </p:cNvPr>
          <p:cNvSpPr/>
          <p:nvPr/>
        </p:nvSpPr>
        <p:spPr>
          <a:xfrm>
            <a:off x="1086035" y="1123120"/>
            <a:ext cx="6096000" cy="187743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Slide 5 – Institute Features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Qualified instructors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Modern labs and equipment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Free courses and certification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Project-based learning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Career and freelancing guidance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171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02D45B-1EFE-4C60-B7C0-62E3B2ECEF81}"/>
              </a:ext>
            </a:extLst>
          </p:cNvPr>
          <p:cNvSpPr/>
          <p:nvPr/>
        </p:nvSpPr>
        <p:spPr>
          <a:xfrm>
            <a:off x="1219200" y="1256286"/>
            <a:ext cx="6096000" cy="187743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Slide 6 – PowerPoint Tools You Learned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Themes &amp; layouts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SmartArt &amp; charts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Inserting images/videos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Transitions &amp; animations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Slide master formatting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660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D92BCD-7A20-41D7-B9F9-3CD28015A2C1}"/>
              </a:ext>
            </a:extLst>
          </p:cNvPr>
          <p:cNvSpPr/>
          <p:nvPr/>
        </p:nvSpPr>
        <p:spPr>
          <a:xfrm>
            <a:off x="1077158" y="1341519"/>
            <a:ext cx="6096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Slide 7 – Student Achievements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Students earning through freelancing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Participation in competitions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Successful completion of IT projects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Improved technical &amp; communication skills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365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270B87-C980-4B31-9B85-78D521B1CB77}"/>
              </a:ext>
            </a:extLst>
          </p:cNvPr>
          <p:cNvSpPr/>
          <p:nvPr/>
        </p:nvSpPr>
        <p:spPr>
          <a:xfrm>
            <a:off x="1121546" y="1332641"/>
            <a:ext cx="6096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Slide 8 – Impact on Youth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Increased employment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Enhanced digital literacy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Motivated students to pursue IT careers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Built confidence and practical skills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378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22AB3A-D699-4985-AEFF-A854E96A6C36}"/>
              </a:ext>
            </a:extLst>
          </p:cNvPr>
          <p:cNvSpPr/>
          <p:nvPr/>
        </p:nvSpPr>
        <p:spPr>
          <a:xfrm>
            <a:off x="1210322" y="1355732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Slide 9 – Success Stories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Students earning online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Students starting small businesses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Success in internships and jobs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164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21D70E-3B81-49FA-9BA7-959FD4839D04}"/>
              </a:ext>
            </a:extLst>
          </p:cNvPr>
          <p:cNvSpPr/>
          <p:nvPr/>
        </p:nvSpPr>
        <p:spPr>
          <a:xfrm>
            <a:off x="1281344" y="1536827"/>
            <a:ext cx="6096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Slide 10 – Future Goals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Expansion of more IT courses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Building advanced computer labs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Increasing youth enrollment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Helping students start their careers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044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CCE548-791A-4DBB-BCA6-E626CB741898}"/>
              </a:ext>
            </a:extLst>
          </p:cNvPr>
          <p:cNvSpPr/>
          <p:nvPr/>
        </p:nvSpPr>
        <p:spPr>
          <a:xfrm>
            <a:off x="1341748" y="1455425"/>
            <a:ext cx="6096000" cy="200054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/>
              <a:t>Slide 11: Video or Photo Slideshow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Classroom activities photos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Student training sessions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Events and workshops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Short introduction video</a:t>
            </a:r>
          </a:p>
        </p:txBody>
      </p:sp>
    </p:spTree>
    <p:extLst>
      <p:ext uri="{BB962C8B-B14F-4D97-AF65-F5344CB8AC3E}">
        <p14:creationId xmlns:p14="http://schemas.microsoft.com/office/powerpoint/2010/main" val="1449917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B51824-072A-4EEC-ADA4-0B2A1F8AB34D}"/>
              </a:ext>
            </a:extLst>
          </p:cNvPr>
          <p:cNvSpPr/>
          <p:nvPr/>
        </p:nvSpPr>
        <p:spPr>
          <a:xfrm>
            <a:off x="1254710" y="1466996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Slide 12 – Conclusion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Bano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Qabil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is transforming youth by providing free, modern, and high-demand skills. It is opening doors to a brighter future for Pakistan.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873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5B1206-D397-48A7-8090-FEAFB7415643}"/>
              </a:ext>
            </a:extLst>
          </p:cNvPr>
          <p:cNvSpPr/>
          <p:nvPr/>
        </p:nvSpPr>
        <p:spPr>
          <a:xfrm>
            <a:off x="1172066" y="147427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/>
              <a:t>Slide 13: Contact Information</a:t>
            </a:r>
          </a:p>
          <a:p>
            <a:r>
              <a:rPr lang="en-US" sz="2000" b="1" dirty="0" err="1"/>
              <a:t>Bano</a:t>
            </a:r>
            <a:r>
              <a:rPr lang="en-US" sz="2000" b="1" dirty="0"/>
              <a:t> </a:t>
            </a:r>
            <a:r>
              <a:rPr lang="en-US" sz="2000" b="1" dirty="0" err="1"/>
              <a:t>Qabil</a:t>
            </a:r>
            <a:r>
              <a:rPr lang="en-US" sz="2000" b="1" dirty="0"/>
              <a:t> Program</a:t>
            </a:r>
            <a:br>
              <a:rPr lang="en-US" sz="2000" dirty="0"/>
            </a:br>
            <a:r>
              <a:rPr lang="en-US" sz="2000" dirty="0"/>
              <a:t>Website: </a:t>
            </a:r>
            <a:r>
              <a:rPr lang="en-US" sz="2000" b="1" dirty="0"/>
              <a:t>www.banoqabil.pk</a:t>
            </a:r>
            <a:br>
              <a:rPr lang="en-US" sz="2000" dirty="0"/>
            </a:br>
            <a:r>
              <a:rPr lang="en-US" sz="2000" dirty="0"/>
              <a:t>Email: </a:t>
            </a:r>
            <a:r>
              <a:rPr lang="en-US" sz="2000" b="1" dirty="0"/>
              <a:t>info@banoqabil.pk</a:t>
            </a:r>
            <a:br>
              <a:rPr lang="en-US" sz="2000" dirty="0"/>
            </a:br>
            <a:r>
              <a:rPr lang="en-US" sz="2000" dirty="0"/>
              <a:t>Social Media: Facebook | YouTube | Instagram</a:t>
            </a:r>
          </a:p>
        </p:txBody>
      </p:sp>
    </p:spTree>
    <p:extLst>
      <p:ext uri="{BB962C8B-B14F-4D97-AF65-F5344CB8AC3E}">
        <p14:creationId xmlns:p14="http://schemas.microsoft.com/office/powerpoint/2010/main" val="1503705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58</TotalTime>
  <Words>311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Symbol</vt:lpstr>
      <vt:lpstr>Times New Roman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SSC</dc:creator>
  <cp:lastModifiedBy>SSC</cp:lastModifiedBy>
  <cp:revision>6</cp:revision>
  <dcterms:created xsi:type="dcterms:W3CDTF">2025-12-23T10:58:30Z</dcterms:created>
  <dcterms:modified xsi:type="dcterms:W3CDTF">2025-12-25T07:16:14Z</dcterms:modified>
</cp:coreProperties>
</file>